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4" r:id="rId2"/>
    <p:sldId id="257" r:id="rId3"/>
    <p:sldId id="277" r:id="rId4"/>
    <p:sldId id="271" r:id="rId5"/>
    <p:sldId id="258" r:id="rId6"/>
    <p:sldId id="264" r:id="rId7"/>
    <p:sldId id="261" r:id="rId8"/>
    <p:sldId id="282" r:id="rId9"/>
    <p:sldId id="276" r:id="rId10"/>
    <p:sldId id="278" r:id="rId11"/>
    <p:sldId id="275" r:id="rId12"/>
    <p:sldId id="286" r:id="rId13"/>
    <p:sldId id="267" r:id="rId14"/>
    <p:sldId id="268" r:id="rId15"/>
    <p:sldId id="289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E74F77-1A56-43CD-A8FF-82B4393E1D89}">
          <p14:sldIdLst>
            <p14:sldId id="274"/>
            <p14:sldId id="257"/>
            <p14:sldId id="277"/>
            <p14:sldId id="271"/>
            <p14:sldId id="258"/>
            <p14:sldId id="264"/>
            <p14:sldId id="261"/>
            <p14:sldId id="282"/>
            <p14:sldId id="276"/>
            <p14:sldId id="278"/>
            <p14:sldId id="275"/>
            <p14:sldId id="286"/>
            <p14:sldId id="267"/>
            <p14:sldId id="268"/>
            <p14:sldId id="289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>
        <p:scale>
          <a:sx n="75" d="100"/>
          <a:sy n="75" d="100"/>
        </p:scale>
        <p:origin x="811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an gumma" userId="6929ad195df4c3ed" providerId="LiveId" clId="{C1C8E3FE-3463-4EF7-955A-399B2562F591}"/>
    <pc:docChg chg="undo custSel modSld sldOrd">
      <pc:chgData name="lakshman gumma" userId="6929ad195df4c3ed" providerId="LiveId" clId="{C1C8E3FE-3463-4EF7-955A-399B2562F591}" dt="2025-10-08T07:20:50.063" v="256"/>
      <pc:docMkLst>
        <pc:docMk/>
      </pc:docMkLst>
      <pc:sldChg chg="modSp mod">
        <pc:chgData name="lakshman gumma" userId="6929ad195df4c3ed" providerId="LiveId" clId="{C1C8E3FE-3463-4EF7-955A-399B2562F591}" dt="2025-10-08T07:20:12.106" v="254" actId="113"/>
        <pc:sldMkLst>
          <pc:docMk/>
          <pc:sldMk cId="1214893200" sldId="261"/>
        </pc:sldMkLst>
        <pc:spChg chg="mod">
          <ac:chgData name="lakshman gumma" userId="6929ad195df4c3ed" providerId="LiveId" clId="{C1C8E3FE-3463-4EF7-955A-399B2562F591}" dt="2025-10-08T07:20:12.106" v="254" actId="113"/>
          <ac:spMkLst>
            <pc:docMk/>
            <pc:sldMk cId="1214893200" sldId="261"/>
            <ac:spMk id="2" creationId="{5F0D663D-51DB-278D-DD9C-80B93ED4B958}"/>
          </ac:spMkLst>
        </pc:spChg>
      </pc:sldChg>
      <pc:sldChg chg="modSp mod">
        <pc:chgData name="lakshman gumma" userId="6929ad195df4c3ed" providerId="LiveId" clId="{C1C8E3FE-3463-4EF7-955A-399B2562F591}" dt="2025-10-08T07:20:02.859" v="253" actId="113"/>
        <pc:sldMkLst>
          <pc:docMk/>
          <pc:sldMk cId="1294641140" sldId="264"/>
        </pc:sldMkLst>
        <pc:spChg chg="mod">
          <ac:chgData name="lakshman gumma" userId="6929ad195df4c3ed" providerId="LiveId" clId="{C1C8E3FE-3463-4EF7-955A-399B2562F591}" dt="2025-10-08T07:20:02.859" v="253" actId="113"/>
          <ac:spMkLst>
            <pc:docMk/>
            <pc:sldMk cId="1294641140" sldId="264"/>
            <ac:spMk id="2" creationId="{0ACD21E1-A8EB-D45A-D9D7-598660AB7E8D}"/>
          </ac:spMkLst>
        </pc:spChg>
      </pc:sldChg>
      <pc:sldChg chg="modSp mod">
        <pc:chgData name="lakshman gumma" userId="6929ad195df4c3ed" providerId="LiveId" clId="{C1C8E3FE-3463-4EF7-955A-399B2562F591}" dt="2025-10-08T07:19:47.312" v="252" actId="113"/>
        <pc:sldMkLst>
          <pc:docMk/>
          <pc:sldMk cId="3836627565" sldId="267"/>
        </pc:sldMkLst>
        <pc:spChg chg="mod">
          <ac:chgData name="lakshman gumma" userId="6929ad195df4c3ed" providerId="LiveId" clId="{C1C8E3FE-3463-4EF7-955A-399B2562F591}" dt="2025-10-08T07:19:47.312" v="252" actId="113"/>
          <ac:spMkLst>
            <pc:docMk/>
            <pc:sldMk cId="3836627565" sldId="267"/>
            <ac:spMk id="2" creationId="{6A247B5A-3467-FA50-322B-75DD14728A1A}"/>
          </ac:spMkLst>
        </pc:spChg>
      </pc:sldChg>
      <pc:sldChg chg="modSp mod ord">
        <pc:chgData name="lakshman gumma" userId="6929ad195df4c3ed" providerId="LiveId" clId="{C1C8E3FE-3463-4EF7-955A-399B2562F591}" dt="2025-10-08T07:20:50.063" v="256"/>
        <pc:sldMkLst>
          <pc:docMk/>
          <pc:sldMk cId="5889379" sldId="268"/>
        </pc:sldMkLst>
        <pc:spChg chg="mod">
          <ac:chgData name="lakshman gumma" userId="6929ad195df4c3ed" providerId="LiveId" clId="{C1C8E3FE-3463-4EF7-955A-399B2562F591}" dt="2025-10-08T07:19:32.392" v="251" actId="113"/>
          <ac:spMkLst>
            <pc:docMk/>
            <pc:sldMk cId="5889379" sldId="268"/>
            <ac:spMk id="2" creationId="{8995F71A-C035-7B39-88E6-C1FE84FFDB7B}"/>
          </ac:spMkLst>
        </pc:spChg>
      </pc:sldChg>
      <pc:sldChg chg="modSp mod ord">
        <pc:chgData name="lakshman gumma" userId="6929ad195df4c3ed" providerId="LiveId" clId="{C1C8E3FE-3463-4EF7-955A-399B2562F591}" dt="2025-10-08T07:18:47.832" v="246" actId="113"/>
        <pc:sldMkLst>
          <pc:docMk/>
          <pc:sldMk cId="2458601885" sldId="275"/>
        </pc:sldMkLst>
        <pc:spChg chg="mod">
          <ac:chgData name="lakshman gumma" userId="6929ad195df4c3ed" providerId="LiveId" clId="{C1C8E3FE-3463-4EF7-955A-399B2562F591}" dt="2025-10-08T07:18:47.832" v="246" actId="113"/>
          <ac:spMkLst>
            <pc:docMk/>
            <pc:sldMk cId="2458601885" sldId="275"/>
            <ac:spMk id="2" creationId="{9F2FD467-150A-E8FC-B63E-D0226E22BF27}"/>
          </ac:spMkLst>
        </pc:spChg>
        <pc:spChg chg="mod">
          <ac:chgData name="lakshman gumma" userId="6929ad195df4c3ed" providerId="LiveId" clId="{C1C8E3FE-3463-4EF7-955A-399B2562F591}" dt="2025-10-08T07:08:16.102" v="212" actId="5793"/>
          <ac:spMkLst>
            <pc:docMk/>
            <pc:sldMk cId="2458601885" sldId="275"/>
            <ac:spMk id="3" creationId="{D0A1861F-5BF9-7118-C3CF-0B674462D945}"/>
          </ac:spMkLst>
        </pc:spChg>
      </pc:sldChg>
      <pc:sldChg chg="modSp mod ord">
        <pc:chgData name="lakshman gumma" userId="6929ad195df4c3ed" providerId="LiveId" clId="{C1C8E3FE-3463-4EF7-955A-399B2562F591}" dt="2025-10-08T07:18:59.518" v="247" actId="113"/>
        <pc:sldMkLst>
          <pc:docMk/>
          <pc:sldMk cId="1039147480" sldId="276"/>
        </pc:sldMkLst>
        <pc:spChg chg="mod">
          <ac:chgData name="lakshman gumma" userId="6929ad195df4c3ed" providerId="LiveId" clId="{C1C8E3FE-3463-4EF7-955A-399B2562F591}" dt="2025-10-08T07:18:59.518" v="247" actId="113"/>
          <ac:spMkLst>
            <pc:docMk/>
            <pc:sldMk cId="1039147480" sldId="276"/>
            <ac:spMk id="2" creationId="{17C43456-B999-D685-DE67-0F2B78443239}"/>
          </ac:spMkLst>
        </pc:spChg>
        <pc:spChg chg="mod">
          <ac:chgData name="lakshman gumma" userId="6929ad195df4c3ed" providerId="LiveId" clId="{C1C8E3FE-3463-4EF7-955A-399B2562F591}" dt="2025-10-06T14:02:01.260" v="3" actId="1076"/>
          <ac:spMkLst>
            <pc:docMk/>
            <pc:sldMk cId="1039147480" sldId="276"/>
            <ac:spMk id="8" creationId="{D8E8B452-2A03-FC08-32A5-6F4940D09CB5}"/>
          </ac:spMkLst>
        </pc:spChg>
      </pc:sldChg>
      <pc:sldChg chg="addSp delSp modSp mod ord">
        <pc:chgData name="lakshman gumma" userId="6929ad195df4c3ed" providerId="LiveId" clId="{C1C8E3FE-3463-4EF7-955A-399B2562F591}" dt="2025-10-08T07:19:15.837" v="248" actId="113"/>
        <pc:sldMkLst>
          <pc:docMk/>
          <pc:sldMk cId="1455491477" sldId="278"/>
        </pc:sldMkLst>
        <pc:spChg chg="mod">
          <ac:chgData name="lakshman gumma" userId="6929ad195df4c3ed" providerId="LiveId" clId="{C1C8E3FE-3463-4EF7-955A-399B2562F591}" dt="2025-10-08T07:19:15.837" v="248" actId="113"/>
          <ac:spMkLst>
            <pc:docMk/>
            <pc:sldMk cId="1455491477" sldId="278"/>
            <ac:spMk id="2" creationId="{6EB011BE-34F2-B3AC-9B4B-A39E50B5F945}"/>
          </ac:spMkLst>
        </pc:spChg>
        <pc:spChg chg="add mod">
          <ac:chgData name="lakshman gumma" userId="6929ad195df4c3ed" providerId="LiveId" clId="{C1C8E3FE-3463-4EF7-955A-399B2562F591}" dt="2025-10-06T14:19:09.159" v="149" actId="207"/>
          <ac:spMkLst>
            <pc:docMk/>
            <pc:sldMk cId="1455491477" sldId="278"/>
            <ac:spMk id="6" creationId="{BBA0CFE6-0E39-1842-111B-C195E2CCBEFF}"/>
          </ac:spMkLst>
        </pc:spChg>
        <pc:spChg chg="add mod">
          <ac:chgData name="lakshman gumma" userId="6929ad195df4c3ed" providerId="LiveId" clId="{C1C8E3FE-3463-4EF7-955A-399B2562F591}" dt="2025-10-06T14:19:35.809" v="152" actId="207"/>
          <ac:spMkLst>
            <pc:docMk/>
            <pc:sldMk cId="1455491477" sldId="278"/>
            <ac:spMk id="8" creationId="{930C20F1-C9DA-404C-E909-80413C475358}"/>
          </ac:spMkLst>
        </pc:spChg>
        <pc:spChg chg="add mod">
          <ac:chgData name="lakshman gumma" userId="6929ad195df4c3ed" providerId="LiveId" clId="{C1C8E3FE-3463-4EF7-955A-399B2562F591}" dt="2025-10-06T14:19:48.450" v="153" actId="207"/>
          <ac:spMkLst>
            <pc:docMk/>
            <pc:sldMk cId="1455491477" sldId="278"/>
            <ac:spMk id="9" creationId="{874B1CB4-1A51-8F8C-AE62-CE6EF64E9702}"/>
          </ac:spMkLst>
        </pc:spChg>
        <pc:spChg chg="add mod">
          <ac:chgData name="lakshman gumma" userId="6929ad195df4c3ed" providerId="LiveId" clId="{C1C8E3FE-3463-4EF7-955A-399B2562F591}" dt="2025-10-06T14:19:22.739" v="150" actId="207"/>
          <ac:spMkLst>
            <pc:docMk/>
            <pc:sldMk cId="1455491477" sldId="278"/>
            <ac:spMk id="10" creationId="{9DF00F2D-7172-3F14-045F-D6298442F5A6}"/>
          </ac:spMkLst>
        </pc:spChg>
        <pc:spChg chg="add mod">
          <ac:chgData name="lakshman gumma" userId="6929ad195df4c3ed" providerId="LiveId" clId="{C1C8E3FE-3463-4EF7-955A-399B2562F591}" dt="2025-10-06T14:19:28.740" v="151" actId="207"/>
          <ac:spMkLst>
            <pc:docMk/>
            <pc:sldMk cId="1455491477" sldId="278"/>
            <ac:spMk id="11" creationId="{BF432D68-D2D8-DC70-C037-E280EA64E0DE}"/>
          </ac:spMkLst>
        </pc:spChg>
        <pc:spChg chg="add mod">
          <ac:chgData name="lakshman gumma" userId="6929ad195df4c3ed" providerId="LiveId" clId="{C1C8E3FE-3463-4EF7-955A-399B2562F591}" dt="2025-10-06T14:20:06.727" v="155" actId="207"/>
          <ac:spMkLst>
            <pc:docMk/>
            <pc:sldMk cId="1455491477" sldId="278"/>
            <ac:spMk id="12" creationId="{CE26ADAA-A287-99C8-6D5B-8051B7D9AF9D}"/>
          </ac:spMkLst>
        </pc:spChg>
        <pc:spChg chg="add mod">
          <ac:chgData name="lakshman gumma" userId="6929ad195df4c3ed" providerId="LiveId" clId="{C1C8E3FE-3463-4EF7-955A-399B2562F591}" dt="2025-10-06T14:20:16.936" v="156" actId="207"/>
          <ac:spMkLst>
            <pc:docMk/>
            <pc:sldMk cId="1455491477" sldId="278"/>
            <ac:spMk id="13" creationId="{E32D2588-F738-ACEF-BF9D-444C094D9C2A}"/>
          </ac:spMkLst>
        </pc:spChg>
        <pc:spChg chg="add mod">
          <ac:chgData name="lakshman gumma" userId="6929ad195df4c3ed" providerId="LiveId" clId="{C1C8E3FE-3463-4EF7-955A-399B2562F591}" dt="2025-10-06T14:20:24.268" v="157" actId="207"/>
          <ac:spMkLst>
            <pc:docMk/>
            <pc:sldMk cId="1455491477" sldId="278"/>
            <ac:spMk id="14" creationId="{3B2A6B48-611B-F98E-B98C-43F55108D0FF}"/>
          </ac:spMkLst>
        </pc:spChg>
        <pc:cxnChg chg="add mod">
          <ac:chgData name="lakshman gumma" userId="6929ad195df4c3ed" providerId="LiveId" clId="{C1C8E3FE-3463-4EF7-955A-399B2562F591}" dt="2025-10-06T14:20:31.823" v="158" actId="1076"/>
          <ac:cxnSpMkLst>
            <pc:docMk/>
            <pc:sldMk cId="1455491477" sldId="278"/>
            <ac:cxnSpMk id="16" creationId="{D74A6A91-FA61-4438-3094-2FA6E1FE855E}"/>
          </ac:cxnSpMkLst>
        </pc:cxnChg>
        <pc:cxnChg chg="add">
          <ac:chgData name="lakshman gumma" userId="6929ad195df4c3ed" providerId="LiveId" clId="{C1C8E3FE-3463-4EF7-955A-399B2562F591}" dt="2025-10-06T14:16:47.557" v="137" actId="11529"/>
          <ac:cxnSpMkLst>
            <pc:docMk/>
            <pc:sldMk cId="1455491477" sldId="278"/>
            <ac:cxnSpMk id="18" creationId="{E02E47FC-CE76-6F98-1FA8-3213C35257EC}"/>
          </ac:cxnSpMkLst>
        </pc:cxnChg>
        <pc:cxnChg chg="add">
          <ac:chgData name="lakshman gumma" userId="6929ad195df4c3ed" providerId="LiveId" clId="{C1C8E3FE-3463-4EF7-955A-399B2562F591}" dt="2025-10-06T14:16:56.345" v="138" actId="11529"/>
          <ac:cxnSpMkLst>
            <pc:docMk/>
            <pc:sldMk cId="1455491477" sldId="278"/>
            <ac:cxnSpMk id="20" creationId="{45C191ED-3ACC-AA5A-A90E-4FDD1E3492E1}"/>
          </ac:cxnSpMkLst>
        </pc:cxnChg>
        <pc:cxnChg chg="add">
          <ac:chgData name="lakshman gumma" userId="6929ad195df4c3ed" providerId="LiveId" clId="{C1C8E3FE-3463-4EF7-955A-399B2562F591}" dt="2025-10-06T14:17:07.060" v="139" actId="11529"/>
          <ac:cxnSpMkLst>
            <pc:docMk/>
            <pc:sldMk cId="1455491477" sldId="278"/>
            <ac:cxnSpMk id="22" creationId="{61E3F5AF-9C7D-E9AB-4B4E-DD2C666443C7}"/>
          </ac:cxnSpMkLst>
        </pc:cxnChg>
        <pc:cxnChg chg="add">
          <ac:chgData name="lakshman gumma" userId="6929ad195df4c3ed" providerId="LiveId" clId="{C1C8E3FE-3463-4EF7-955A-399B2562F591}" dt="2025-10-06T14:17:41.214" v="144" actId="11529"/>
          <ac:cxnSpMkLst>
            <pc:docMk/>
            <pc:sldMk cId="1455491477" sldId="278"/>
            <ac:cxnSpMk id="28" creationId="{8C9C5BB2-4960-A7F6-33CD-6E1E17911144}"/>
          </ac:cxnSpMkLst>
        </pc:cxnChg>
        <pc:cxnChg chg="add">
          <ac:chgData name="lakshman gumma" userId="6929ad195df4c3ed" providerId="LiveId" clId="{C1C8E3FE-3463-4EF7-955A-399B2562F591}" dt="2025-10-06T14:17:52.552" v="145" actId="11529"/>
          <ac:cxnSpMkLst>
            <pc:docMk/>
            <pc:sldMk cId="1455491477" sldId="278"/>
            <ac:cxnSpMk id="30" creationId="{F2770176-F8A3-F5E5-7B75-4031C3D5B6F9}"/>
          </ac:cxnSpMkLst>
        </pc:cxnChg>
        <pc:cxnChg chg="add">
          <ac:chgData name="lakshman gumma" userId="6929ad195df4c3ed" providerId="LiveId" clId="{C1C8E3FE-3463-4EF7-955A-399B2562F591}" dt="2025-10-06T14:18:03.677" v="146" actId="11529"/>
          <ac:cxnSpMkLst>
            <pc:docMk/>
            <pc:sldMk cId="1455491477" sldId="278"/>
            <ac:cxnSpMk id="32" creationId="{16F5966B-33CB-3EAA-4033-F4AEB0485205}"/>
          </ac:cxnSpMkLst>
        </pc:cxnChg>
      </pc:sldChg>
      <pc:sldChg chg="addSp delSp modSp mod">
        <pc:chgData name="lakshman gumma" userId="6929ad195df4c3ed" providerId="LiveId" clId="{C1C8E3FE-3463-4EF7-955A-399B2562F591}" dt="2025-10-08T07:19:27.460" v="250" actId="113"/>
        <pc:sldMkLst>
          <pc:docMk/>
          <pc:sldMk cId="161703715" sldId="286"/>
        </pc:sldMkLst>
        <pc:spChg chg="mod">
          <ac:chgData name="lakshman gumma" userId="6929ad195df4c3ed" providerId="LiveId" clId="{C1C8E3FE-3463-4EF7-955A-399B2562F591}" dt="2025-10-08T07:19:27.460" v="250" actId="113"/>
          <ac:spMkLst>
            <pc:docMk/>
            <pc:sldMk cId="161703715" sldId="286"/>
            <ac:spMk id="2" creationId="{68FF2CF3-5635-ADC7-783E-6B74439FF18B}"/>
          </ac:spMkLst>
        </pc:spChg>
        <pc:spChg chg="add mod">
          <ac:chgData name="lakshman gumma" userId="6929ad195df4c3ed" providerId="LiveId" clId="{C1C8E3FE-3463-4EF7-955A-399B2562F591}" dt="2025-10-08T07:11:00.118" v="217" actId="5793"/>
          <ac:spMkLst>
            <pc:docMk/>
            <pc:sldMk cId="161703715" sldId="286"/>
            <ac:spMk id="8" creationId="{44A029C8-4FC2-6E9C-7DAE-649B582C9D67}"/>
          </ac:spMkLst>
        </pc:spChg>
        <pc:picChg chg="add mod">
          <ac:chgData name="lakshman gumma" userId="6929ad195df4c3ed" providerId="LiveId" clId="{C1C8E3FE-3463-4EF7-955A-399B2562F591}" dt="2025-10-08T07:12:47.543" v="227" actId="1076"/>
          <ac:picMkLst>
            <pc:docMk/>
            <pc:sldMk cId="161703715" sldId="286"/>
            <ac:picMk id="5" creationId="{0F031826-AC1D-15ED-80BF-4BAB91523599}"/>
          </ac:picMkLst>
        </pc:picChg>
        <pc:picChg chg="del">
          <ac:chgData name="lakshman gumma" userId="6929ad195df4c3ed" providerId="LiveId" clId="{C1C8E3FE-3463-4EF7-955A-399B2562F591}" dt="2025-10-08T03:56:37.562" v="174" actId="478"/>
          <ac:picMkLst>
            <pc:docMk/>
            <pc:sldMk cId="161703715" sldId="286"/>
            <ac:picMk id="5" creationId="{678C167E-45EC-8AB4-C102-8C21D1300FB4}"/>
          </ac:picMkLst>
        </pc:picChg>
        <pc:picChg chg="add mod">
          <ac:chgData name="lakshman gumma" userId="6929ad195df4c3ed" providerId="LiveId" clId="{C1C8E3FE-3463-4EF7-955A-399B2562F591}" dt="2025-10-08T07:15:23.095" v="233" actId="14100"/>
          <ac:picMkLst>
            <pc:docMk/>
            <pc:sldMk cId="161703715" sldId="286"/>
            <ac:picMk id="10" creationId="{1DC4E7C4-B04E-D545-02E3-B14F8D14852E}"/>
          </ac:picMkLst>
        </pc:picChg>
        <pc:inkChg chg="add del">
          <ac:chgData name="lakshman gumma" userId="6929ad195df4c3ed" providerId="LiveId" clId="{C1C8E3FE-3463-4EF7-955A-399B2562F591}" dt="2025-10-08T07:15:57.845" v="235" actId="9405"/>
          <ac:inkMkLst>
            <pc:docMk/>
            <pc:sldMk cId="161703715" sldId="286"/>
            <ac:inkMk id="11" creationId="{F836AFFE-2455-9B59-F339-8C525B006E06}"/>
          </ac:inkMkLst>
        </pc:inkChg>
        <pc:inkChg chg="add del">
          <ac:chgData name="lakshman gumma" userId="6929ad195df4c3ed" providerId="LiveId" clId="{C1C8E3FE-3463-4EF7-955A-399B2562F591}" dt="2025-10-08T07:16:11.542" v="237" actId="9405"/>
          <ac:inkMkLst>
            <pc:docMk/>
            <pc:sldMk cId="161703715" sldId="286"/>
            <ac:inkMk id="12" creationId="{818B201F-E843-7107-177C-98C5234FAAE1}"/>
          </ac:inkMkLst>
        </pc:inkChg>
        <pc:inkChg chg="add">
          <ac:chgData name="lakshman gumma" userId="6929ad195df4c3ed" providerId="LiveId" clId="{C1C8E3FE-3463-4EF7-955A-399B2562F591}" dt="2025-10-08T07:16:14.010" v="238" actId="9405"/>
          <ac:inkMkLst>
            <pc:docMk/>
            <pc:sldMk cId="161703715" sldId="286"/>
            <ac:inkMk id="13" creationId="{FB032D65-6EEF-F19A-234A-9111D6E5AD1D}"/>
          </ac:inkMkLst>
        </pc:inkChg>
        <pc:inkChg chg="add del">
          <ac:chgData name="lakshman gumma" userId="6929ad195df4c3ed" providerId="LiveId" clId="{C1C8E3FE-3463-4EF7-955A-399B2562F591}" dt="2025-10-08T07:16:33.001" v="240" actId="9405"/>
          <ac:inkMkLst>
            <pc:docMk/>
            <pc:sldMk cId="161703715" sldId="286"/>
            <ac:inkMk id="14" creationId="{B332B663-AA97-092E-6098-168E3158587D}"/>
          </ac:inkMkLst>
        </pc:inkChg>
        <pc:inkChg chg="add">
          <ac:chgData name="lakshman gumma" userId="6929ad195df4c3ed" providerId="LiveId" clId="{C1C8E3FE-3463-4EF7-955A-399B2562F591}" dt="2025-10-08T07:16:34.538" v="241" actId="9405"/>
          <ac:inkMkLst>
            <pc:docMk/>
            <pc:sldMk cId="161703715" sldId="286"/>
            <ac:inkMk id="15" creationId="{F96A0265-A46C-004F-4C95-44CEB3DC5089}"/>
          </ac:inkMkLst>
        </pc:inkChg>
        <pc:inkChg chg="add del">
          <ac:chgData name="lakshman gumma" userId="6929ad195df4c3ed" providerId="LiveId" clId="{C1C8E3FE-3463-4EF7-955A-399B2562F591}" dt="2025-10-08T07:17:25.851" v="243" actId="9405"/>
          <ac:inkMkLst>
            <pc:docMk/>
            <pc:sldMk cId="161703715" sldId="286"/>
            <ac:inkMk id="16" creationId="{07E234ED-2D62-8E47-A0AF-29D8F30FF6C6}"/>
          </ac:inkMkLst>
        </pc:inkChg>
        <pc:inkChg chg="add del">
          <ac:chgData name="lakshman gumma" userId="6929ad195df4c3ed" providerId="LiveId" clId="{C1C8E3FE-3463-4EF7-955A-399B2562F591}" dt="2025-10-08T07:17:45.018" v="245" actId="9405"/>
          <ac:inkMkLst>
            <pc:docMk/>
            <pc:sldMk cId="161703715" sldId="286"/>
            <ac:inkMk id="17" creationId="{D5AAAD2F-5DF8-82C6-C17B-E7B8BFECEF9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7:16:14.008"/>
    </inkml:context>
    <inkml:brush xml:id="br0">
      <inkml:brushProperty name="width" value="0.025" units="cm"/>
      <inkml:brushProperty name="height" value="0.025" units="cm"/>
      <inkml:brushProperty name="color" value="#002846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7:16:34.538"/>
    </inkml:context>
    <inkml:brush xml:id="br0">
      <inkml:brushProperty name="width" value="0.025" units="cm"/>
      <inkml:brushProperty name="height" value="0.025" units="cm"/>
      <inkml:brushProperty name="color" value="#002846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2C09B-E972-4080-8890-842FEDD1EC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B956C-8DA6-486D-A534-7AFEE9D58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47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B23A-60E0-63A6-D8EF-8EB23C222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8CCA0-82A0-33E8-6242-624AF212A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9530C-8F44-535E-E344-E0F48273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3E1C-D396-4F03-8583-3AE8C4710793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6820-110C-2683-527F-4667459C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01819-1CC4-51DA-4503-BE5911E4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69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3993-C5CC-DA05-F05A-E1FA91D8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7FB2-F2D1-CE99-CC13-710C635E1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5DBCA-550D-F887-FB88-A837DE86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2470C-3C46-4333-8051-4995039A9038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6BA3F-5702-FCC5-5753-D0EC2540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DC34E-7DEF-74EF-CE96-C0DB09B2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5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1B51-DDF5-B628-B409-6FC4DF7F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0271-EC97-6429-4A41-D5BB936C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3033-46A6-0B0C-528A-472DDDAF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E6CE5-9378-4832-9B49-E64046A5B27B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6FBBF-1357-6E84-B1D4-AA30FDEB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6E1F4-AB94-6D45-4560-E209660D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62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509C-331D-A5F1-47CA-37D676A6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EF8AA-F5D2-7885-ACCF-D6B22EBD6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7CB68-A193-1264-1EF9-9C909385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2A903-8E6C-9685-0B88-E0B5C94B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6A6F-556C-4AF6-A6CB-65B1E2EBC6E7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7EB76-9EAE-40A3-AA48-CC92C6EA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FC004-8A3C-300B-C21F-580B8B36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31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B3DD-83DD-9F91-4311-EE3D9ECB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E7A9-4C9A-9497-206C-D1C670EDD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652DD-CAD2-D605-126C-B3B6F92BC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EF10B-4F6C-5175-4624-31B2B2A63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65B36-A633-99E4-99C8-3D649C17E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C3671-007A-9F0E-7B89-B87670F3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18727-3B82-4C37-86E3-B6F7061832C1}" type="datetime1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BCC8B-0AAA-3916-B1FD-F82149CF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8DC20-347E-ED3D-6DEB-B4CE5580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37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F717-FC08-F1A7-5F18-1154E69D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D0CC7-2235-9893-BDA4-B86DB9E1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24BE-2AB2-433C-B9FC-0E7AC94B6202}" type="datetime1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FE5B8-CD55-E710-7054-6616EC07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EA6FC-9117-5443-23AF-5EEEDD9D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64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25AAA-273A-E473-2092-7C20B492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F048-B602-4CED-A72D-9E5458D1F5EC}" type="datetime1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34F17-0AD5-FDBF-A4EC-7C95174B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DD8DB-548D-F242-2EF2-47BD38F4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72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C1F2-B5FF-65AF-79E7-6BC7D8B8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CE94A-8E78-432D-4CCC-5B9A637D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B5EA-9EAA-8EA1-F94B-BD253AE9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A031-EEE5-CCB4-5680-EF5F1F53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2808-D666-4E88-A415-D5613FDF2D15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C61A5-5C95-42B5-9A2E-2A51541F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DD39-6B8B-4FE3-A8C8-FFD62A64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55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5EFA-7B3D-7437-7239-249D9FC7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1E020-0D34-503E-4EE1-1D0AE25D6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70D4A-6EF2-D483-A796-F6E9A9775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698DD-B65F-DC65-7E02-3ACDBB06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1309-29BD-4E66-804F-AF2766FC991E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2654D-BA57-90DD-CAA9-0A9251D6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8D270-A8A4-1021-BB90-2C0823A7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7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60CF-D4BA-46DE-E10B-FC06861E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7493F-D173-1290-2928-3417875D2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9B62B-E4E6-1A81-6E27-653F1A8D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95C6-3AF7-4714-B481-ADCB6EC5D2DE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95647-1C99-E16D-FBA6-7FF826FF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D4279-DCB0-37D5-2169-452610F4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1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37DAE-62BD-E336-4BE5-38EF4D1DE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647E5-3994-8602-79BA-218528678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5751C-6BB7-1AAB-5C46-F46429F7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5C9D-022B-4601-A604-95DFA53DF367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08FC2-62A9-4E69-F317-CA979B00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51B6-88BD-C715-B849-1AF75F34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94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39180-C284-447E-B105-36E20708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84FF-C8F6-EDD8-A1FC-85CEE8BC7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9532-5D87-F120-0491-616FAC571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4A251-0F60-4B45-BC21-71FDC1F1B86F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17932-62A0-ED4E-52CA-EE3FFCDAB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35BC-731E-DC55-86E2-9091076A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96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46A1-2ED6-C003-7A7B-CB1AD73F1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595" y="388796"/>
            <a:ext cx="9144000" cy="1848844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Tax Evasion Using Financial Transaction Data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6CBED-4704-873D-E5EB-99E7313A9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971" y="4758271"/>
            <a:ext cx="4340469" cy="1655762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Lakshman(192324069)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D.V Sai Kumar(192372321)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C. Nanda Kishore(192324048)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43F3E5C4-23E6-21DA-46D2-C5594E3A26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38879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491BDC64-70B2-1958-AED1-599958B8C6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BFDD-E6F1-C265-2AC6-15805EEB176D}"/>
              </a:ext>
            </a:extLst>
          </p:cNvPr>
          <p:cNvSpPr txBox="1"/>
          <p:nvPr/>
        </p:nvSpPr>
        <p:spPr>
          <a:xfrm>
            <a:off x="7582262" y="4758271"/>
            <a:ext cx="37044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A.Gayathri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Fahad Iqbal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D88B5-B319-0A3F-529F-175A42CBDBF8}"/>
              </a:ext>
            </a:extLst>
          </p:cNvPr>
          <p:cNvSpPr txBox="1"/>
          <p:nvPr/>
        </p:nvSpPr>
        <p:spPr>
          <a:xfrm>
            <a:off x="2580291" y="2403654"/>
            <a:ext cx="73461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CSA1612-Data Warehousing and Data Mining For Data Science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C3E03E3-3E23-C2A3-7602-5D87F057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92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1093"/>
            <a:ext cx="10795819" cy="4620098"/>
          </a:xfrm>
        </p:spPr>
        <p:txBody>
          <a:bodyPr>
            <a:noAutofit/>
          </a:bodyPr>
          <a:lstStyle/>
          <a:p>
            <a:r>
              <a:rPr lang="en-US" sz="2400" dirty="0"/>
              <a:t>Tax evasion poses a major challenge to national revenue systems, requiring efficient and intelligent detection mechanisms.</a:t>
            </a:r>
          </a:p>
          <a:p>
            <a:r>
              <a:rPr lang="en-US" sz="2400" dirty="0"/>
              <a:t>This project leverages </a:t>
            </a:r>
            <a:r>
              <a:rPr lang="en-US" sz="2400" b="1" dirty="0"/>
              <a:t>financial transaction data</a:t>
            </a:r>
            <a:r>
              <a:rPr lang="en-US" sz="2400" dirty="0"/>
              <a:t> to identify potentially suspicious entities and anomalous transaction patterns.</a:t>
            </a:r>
          </a:p>
          <a:p>
            <a:r>
              <a:rPr lang="en-US" sz="2400" dirty="0"/>
              <a:t>A </a:t>
            </a:r>
            <a:r>
              <a:rPr lang="en-US" sz="2400" b="1" dirty="0"/>
              <a:t>machine learning–based model (LightGBM)</a:t>
            </a:r>
            <a:r>
              <a:rPr lang="en-US" sz="2400" dirty="0"/>
              <a:t> is developed to classify entities as </a:t>
            </a:r>
            <a:r>
              <a:rPr lang="en-US" sz="2400" i="1" dirty="0"/>
              <a:t>normal</a:t>
            </a:r>
            <a:r>
              <a:rPr lang="en-US" sz="2400" dirty="0"/>
              <a:t> or </a:t>
            </a:r>
            <a:r>
              <a:rPr lang="en-US" sz="2400" i="1" dirty="0"/>
              <a:t>suspicious</a:t>
            </a:r>
            <a:r>
              <a:rPr lang="en-US" sz="2400" dirty="0"/>
              <a:t> based on transaction behavior.</a:t>
            </a:r>
          </a:p>
          <a:p>
            <a:r>
              <a:rPr lang="en-US" sz="2400" b="1" dirty="0"/>
              <a:t>Feature engineering and graph analysis</a:t>
            </a:r>
            <a:r>
              <a:rPr lang="en-US" sz="2400" dirty="0"/>
              <a:t> are used to extract hidden relationships and enhance detection accuracy.</a:t>
            </a:r>
          </a:p>
          <a:p>
            <a:r>
              <a:rPr lang="en-US" sz="2400" dirty="0"/>
              <a:t>Results highlight the potential of </a:t>
            </a:r>
            <a:r>
              <a:rPr lang="en-US" sz="2400" b="1" dirty="0"/>
              <a:t>data-driven tax audit systems</a:t>
            </a:r>
            <a:r>
              <a:rPr lang="en-US" sz="2400" dirty="0"/>
              <a:t> to improve compliance and reduce financial fraud.</a:t>
            </a:r>
          </a:p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BDF784BE-6998-B209-462D-25744F236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1BC296DF-F9BE-AF74-8624-614869DAD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F057B6E7-6D2C-8C2B-BD2C-4AD620234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3EFA2FD-EE1A-6FD2-D36B-2B719B41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C8E2-F80C-70CF-9A2C-0E320687B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3230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&amp; Preprocessing</a:t>
            </a:r>
            <a:br>
              <a:rPr lang="en-IN" b="1" dirty="0"/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81D5EDDE-3867-EDE8-6419-46D734888F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2C07BDE9-98AB-59B5-DFA6-E3A94D0A9A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545CCA-3A8E-90D6-6509-BDE182D8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66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38F9-559B-8A2D-F4CA-D64448A1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9166-32F2-45C2-701F-423E9413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B0D7B-F6B1-E6AA-E679-8DBCA367F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282813" cy="48109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evasion significantly reduces government revenue, affecting public services and infrastructure.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audits are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costly, and time-consuming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often missing complex fraud schemes.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Graph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 suspicious entities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improve audit efficiency.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tax evaders accurately and explainable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assist tax authorities.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B9D0B-94EB-CBC3-8772-E3A531B6DC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CC618-CEDC-1B5D-AB3B-D1F2F24C12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6C160007-CDB9-4816-8F76-75045356F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4FD3FBEA-03AE-A1ED-86AE-3F54E45C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9CCB5272-CD80-0674-355E-2FCD8F58FE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FE20BE4-9248-60BB-0BBF-0777EB7C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D842D-8E81-624E-DA9E-9D21C0712F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468" y="1941922"/>
            <a:ext cx="5060732" cy="376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9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64187"/>
            <a:ext cx="10972800" cy="4058631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potential tax evasion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financial transaction data through data-driven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(LightGBM)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classifies entities as normal or suspicious.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key behavioral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transaction frequency, amount, and revenue ratio.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hidden relationships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graph/network analysis to identify suspicious transaction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metrics like Precision, Recall, and AUC.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interpretable results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SHAP explainability for better audit decision-making.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audit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support tax authorities with actionable risk insights.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93527B-8FE9-1014-2B02-3C9A26DF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D624-12C7-CBC4-EDD4-95594E512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21E1-A8EB-D45A-D9D7-598660AB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20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  <a:endParaRPr lang="en-IN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0FB3B8E-B0FF-4FD2-65F2-E5A1AF6C8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3841365"/>
              </p:ext>
            </p:extLst>
          </p:nvPr>
        </p:nvGraphicFramePr>
        <p:xfrm>
          <a:off x="838200" y="1827311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969512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78000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363172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765683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16108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/ 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Title / Source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Contribution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Relevance to Current Project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Limitations / Gaps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J. Patel &amp; M. Singh, 2024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Financial Fraud Detection Using Transaction Data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a data preprocessing and anomaly detection pipeline using Isolation Forest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Helps design unsupervised anomaly detection module for tax evasion patterns.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Evaluated only on generic fraud data, not tax-specific datasets.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61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 Bank Report, 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of Data Analytics in Tax Administration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Discussed integration of AI tools in national tax systems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high-level framework for government-level tax data integration.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Descriptive in nature, lacks detailed technical implementation.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75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A. Sharma &amp; R. Gupta, 2023</a:t>
                      </a:r>
                      <a:endParaRPr lang="da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Graph-Based Detection of Financial Evasion Networks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graph neural networks (GNNs) to detect collusion and hidden transaction links.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Supports development of network-analysis-based module for suspicious relation.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extensive labeled graph data; computationally expensive.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205"/>
                  </a:ext>
                </a:extLst>
              </a:tr>
            </a:tbl>
          </a:graphicData>
        </a:graphic>
      </p:graphicFrame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43BD112E-F233-01C5-51BC-B000169E16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A3C04A70-D735-6232-AE04-432486B13B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9AAF67-D2C4-32B6-78DF-79A35E86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64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E79F-82B8-F95D-B511-79722754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663D-51DB-278D-DD9C-80B93ED4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A80F-B8FA-12DD-E94B-303E8B7C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4283"/>
            <a:ext cx="10515600" cy="40534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tax audits are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time-consuming, and resource-intensive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check all transactions.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schemes like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transactions, high-value transfers, and underreporting of revenue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often go unnoticed.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detection methods may generate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subtle fraudulent patterns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audit efficiency.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automated, scalable, and explainable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detect potential tax evasion using transaction data.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suspicious entities early can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government revenue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improve compliance.</a:t>
            </a: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7E1D0552-D19B-33CA-659A-A3FC62522E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D7BC6A13-335E-948B-B807-89E0B67A36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4766-053A-E485-EA18-AED3DC9D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9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01E0-E9B7-5E2C-C56A-B26D3E214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8462" y="3429000"/>
            <a:ext cx="7733122" cy="64234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–Detection Model &amp; Evaluation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A682A0A6-CEA1-5CB9-C60E-27301F2184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8ED1B55A-B06A-0702-6E49-73F91DAAE1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706CF6-20B1-B9F7-A568-E37C4833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6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3456-B999-D685-DE67-0F2B7844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6A8BB454-4359-E583-F726-4C2B629135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C94EAE2A-D569-8366-7858-E050A28C61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8E8B452-2A03-FC08-32A5-6F4940D09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383" y="1963981"/>
            <a:ext cx="10413234" cy="4119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Gather transaction data, clean missing/inconsistent values.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Aggregate entity-level features (total,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max/min, transaction count), compute ratios (sent-to-revenue), optional graph features.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Network Analysis (Optional):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Build transaction graph, detect circular transactions.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Train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classifier; handle class imbalance.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Explainability: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Metrics: Precision, Recall, AUC; explain using SHAP values.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Rank entities by risk score; generate actionable alerts.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374F47-BC42-7098-10D8-2846086A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147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11BE-34F2-B3AC-9B4B-A39E50B5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  <a:endParaRPr lang="en-IN" b="1" dirty="0"/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DB1A1090-9512-013D-A56A-C9C0D402CB3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1ED7BAA0-67C4-6DAC-270F-54E8678CFF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EEF3CF-3C9E-B7ED-EFC3-A1D9B385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10</a:t>
            </a:fld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A0CFE6-0E39-1842-111B-C195E2CCBEFF}"/>
              </a:ext>
            </a:extLst>
          </p:cNvPr>
          <p:cNvSpPr/>
          <p:nvPr/>
        </p:nvSpPr>
        <p:spPr>
          <a:xfrm>
            <a:off x="1822908" y="1892811"/>
            <a:ext cx="3516984" cy="67873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 Source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0C20F1-C9DA-404C-E909-80413C475358}"/>
              </a:ext>
            </a:extLst>
          </p:cNvPr>
          <p:cNvSpPr/>
          <p:nvPr/>
        </p:nvSpPr>
        <p:spPr>
          <a:xfrm>
            <a:off x="441475" y="5677620"/>
            <a:ext cx="3516984" cy="6787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4B1CB4-1A51-8F8C-AE62-CE6EF64E9702}"/>
              </a:ext>
            </a:extLst>
          </p:cNvPr>
          <p:cNvSpPr/>
          <p:nvPr/>
        </p:nvSpPr>
        <p:spPr>
          <a:xfrm>
            <a:off x="5792444" y="5677620"/>
            <a:ext cx="3516984" cy="6787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 Model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F00F2D-7172-3F14-045F-D6298442F5A6}"/>
              </a:ext>
            </a:extLst>
          </p:cNvPr>
          <p:cNvSpPr/>
          <p:nvPr/>
        </p:nvSpPr>
        <p:spPr>
          <a:xfrm>
            <a:off x="1378613" y="3066241"/>
            <a:ext cx="3516984" cy="6787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Ingestion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432D68-D2D8-DC70-C037-E280EA64E0DE}"/>
              </a:ext>
            </a:extLst>
          </p:cNvPr>
          <p:cNvSpPr/>
          <p:nvPr/>
        </p:nvSpPr>
        <p:spPr>
          <a:xfrm>
            <a:off x="956310" y="4286459"/>
            <a:ext cx="3516984" cy="67873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Processing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26ADAA-A287-99C8-6D5B-8051B7D9AF9D}"/>
              </a:ext>
            </a:extLst>
          </p:cNvPr>
          <p:cNvSpPr/>
          <p:nvPr/>
        </p:nvSpPr>
        <p:spPr>
          <a:xfrm>
            <a:off x="6315587" y="4477975"/>
            <a:ext cx="3516984" cy="67873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2D2588-F738-ACEF-BF9D-444C094D9C2A}"/>
              </a:ext>
            </a:extLst>
          </p:cNvPr>
          <p:cNvSpPr/>
          <p:nvPr/>
        </p:nvSpPr>
        <p:spPr>
          <a:xfrm>
            <a:off x="6724181" y="3198359"/>
            <a:ext cx="3516984" cy="6787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2A6B48-611B-F98E-B98C-43F55108D0FF}"/>
              </a:ext>
            </a:extLst>
          </p:cNvPr>
          <p:cNvSpPr/>
          <p:nvPr/>
        </p:nvSpPr>
        <p:spPr>
          <a:xfrm>
            <a:off x="7084864" y="1977303"/>
            <a:ext cx="3516984" cy="67873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4A6A91-FA61-4438-3094-2FA6E1FE855E}"/>
              </a:ext>
            </a:extLst>
          </p:cNvPr>
          <p:cNvCxnSpPr>
            <a:cxnSpLocks/>
          </p:cNvCxnSpPr>
          <p:nvPr/>
        </p:nvCxnSpPr>
        <p:spPr>
          <a:xfrm flipH="1">
            <a:off x="3212519" y="2604167"/>
            <a:ext cx="8641" cy="426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2E47FC-CE76-6F98-1FA8-3213C35257EC}"/>
              </a:ext>
            </a:extLst>
          </p:cNvPr>
          <p:cNvCxnSpPr/>
          <p:nvPr/>
        </p:nvCxnSpPr>
        <p:spPr>
          <a:xfrm>
            <a:off x="2799761" y="3789575"/>
            <a:ext cx="0" cy="39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C191ED-3ACC-AA5A-A90E-4FDD1E3492E1}"/>
              </a:ext>
            </a:extLst>
          </p:cNvPr>
          <p:cNvCxnSpPr/>
          <p:nvPr/>
        </p:nvCxnSpPr>
        <p:spPr>
          <a:xfrm>
            <a:off x="2714802" y="5081047"/>
            <a:ext cx="0" cy="471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E3F5AF-9C7D-E9AB-4B4E-DD2C666443C7}"/>
              </a:ext>
            </a:extLst>
          </p:cNvPr>
          <p:cNvCxnSpPr/>
          <p:nvPr/>
        </p:nvCxnSpPr>
        <p:spPr>
          <a:xfrm>
            <a:off x="4128940" y="6016985"/>
            <a:ext cx="1385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9C5BB2-4960-A7F6-33CD-6E1E17911144}"/>
              </a:ext>
            </a:extLst>
          </p:cNvPr>
          <p:cNvCxnSpPr/>
          <p:nvPr/>
        </p:nvCxnSpPr>
        <p:spPr>
          <a:xfrm flipV="1">
            <a:off x="7975076" y="5231876"/>
            <a:ext cx="0" cy="320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770176-F8A3-F5E5-7B75-4031C3D5B6F9}"/>
              </a:ext>
            </a:extLst>
          </p:cNvPr>
          <p:cNvCxnSpPr/>
          <p:nvPr/>
        </p:nvCxnSpPr>
        <p:spPr>
          <a:xfrm flipV="1">
            <a:off x="8482673" y="3987538"/>
            <a:ext cx="0" cy="405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F5966B-33CB-3EAA-4033-F4AEB0485205}"/>
              </a:ext>
            </a:extLst>
          </p:cNvPr>
          <p:cNvCxnSpPr/>
          <p:nvPr/>
        </p:nvCxnSpPr>
        <p:spPr>
          <a:xfrm flipV="1">
            <a:off x="8843356" y="2784632"/>
            <a:ext cx="0" cy="28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49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D467-150A-E8FC-B63E-D0226E22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Dual-Model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1861F-5BF9-7118-C3CF-0B674462D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implemented a two-pronged approach for comprehensive threat coverage: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(The Guard Dog):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trained on historical data to learn and recognize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fraudulent behavior with very high accuracy. It's our first line of defense.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(The Scout):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anomaly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learn from past fraud labels. Instead, it mathematically identifies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and unusual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points that deviate from the norm. This is crucial for catching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new, unknown fraud tactics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4B8870A7-1885-152A-83E8-8E964F0CC32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0CE3607E-E4B6-01BA-D411-59BE6DDBF3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7769-524A-C735-D8C3-9740B18D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60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2CF3-5635-ADC7-783E-6B74439F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BB8FAE91-A921-2605-1BDC-969122C3040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057A7106-8C46-15E5-3027-92FBFC193F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060117-1E5A-498E-E12D-48914989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12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A029C8-4FC2-6E9C-7DAE-649B582C9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&amp; Recall: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model flags a transaction as fraud, it is very likely to be correct, minimizing false alarms.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successfully finds the vast majority of all true fraudulent cases in the data.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31826-AC1D-15ED-80BF-4BAB91523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48" y="3524919"/>
            <a:ext cx="4967925" cy="2741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C4E7C4-B04E-D545-02E3-B14F8D148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126" y="3704733"/>
            <a:ext cx="5788844" cy="23849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B032D65-6EEF-F19A-234A-9111D6E5AD1D}"/>
                  </a:ext>
                </a:extLst>
              </p14:cNvPr>
              <p14:cNvContentPartPr/>
              <p14:nvPr/>
            </p14:nvContentPartPr>
            <p14:xfrm>
              <a:off x="12593943" y="3779985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B032D65-6EEF-F19A-234A-9111D6E5AD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89623" y="377566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96A0265-A46C-004F-4C95-44CEB3DC5089}"/>
                  </a:ext>
                </a:extLst>
              </p14:cNvPr>
              <p14:cNvContentPartPr/>
              <p14:nvPr/>
            </p14:nvContentPartPr>
            <p14:xfrm>
              <a:off x="13150143" y="298798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96A0265-A46C-004F-4C95-44CEB3DC50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45823" y="2983665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70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EAFA-086A-2103-29A7-79CA18666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7B5A-3467-FA50-322B-75DD1472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9E54781F-4A97-0D37-EE8A-C1B24F3321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120B8774-FC5C-D4E9-A774-AE37F36013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28AC4A-8F82-250B-E63E-474FBDCD1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55" y="1833989"/>
            <a:ext cx="11052974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Real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Combine bank statements, invoices, and tax declarations for enhanced accuracy.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 streaming analytics to detect suspicious transactions as they occur.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 graph embeddings, anomaly detection algorithms, or deep learning for complex patterns.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Cross-Border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Identify tax evasion in international transactions.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Regularly retrain models to adapt to evolving fraud patterns.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Build dashboards for tax authorities with actionable alerts and visual insights.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719DD-F803-37F5-3A2B-E36DA028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627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5453-03CB-492C-50D4-53FF5B2E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F71A-C035-7B39-88E6-C1FE84FF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6ABEA-4073-DBEC-3D86-95107CBE3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68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of tax evasion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audit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reduces manual effort.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(LightGBM) can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hidden and subtle fraud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and graph/network analysis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detection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values provide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auditors to understand model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Risk-scored alerts help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high-risk entities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further investigation.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data-driven, and adaptable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larger or real-world datasets.</a:t>
            </a: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B724B5A7-A7FB-BC1E-472D-86A1AB619D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2900A137-BAA1-C547-109A-25A8A8A0E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47BF7-F15B-4CFE-A57E-A09DA34E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9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5043"/>
            <a:ext cx="10972800" cy="3524875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Bolton, R. J., &amp; Hand, D. J. (2018).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fraud detection: A review.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Statistical Science, 17(3), 235–255.</a:t>
            </a:r>
          </a:p>
          <a:p>
            <a:pPr marL="285750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Ngai, E. W., Hu, Y., Wong, Y. H., Chen, Y., &amp; Sun, X. (2019).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of data mining techniques in financial fraud detection: A classification framework and an academic review of literature.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Decision Support Systems, 50(3), 559–569.</a:t>
            </a:r>
          </a:p>
          <a:p>
            <a:pPr marL="285750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T., &amp; Guestrin, C. (2016).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XGBoost: A scalable tree boosting system.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Proceedings of the 22nd ACM SIGKDD International Conference on Knowledge Discovery and Data Mining.</a:t>
            </a:r>
          </a:p>
          <a:p>
            <a:pPr marL="285750" indent="-285750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Lundberg, S. M., &amp; Lee, S. I. (2017).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approach to interpreting model predictions.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Advances in Neural Information Processing Systems, 30.</a:t>
            </a:r>
          </a:p>
          <a:p>
            <a:pPr marL="0" indent="0">
              <a:lnSpc>
                <a:spcPct val="100000"/>
              </a:lnSpc>
              <a:buNone/>
            </a:pPr>
            <a:endParaRPr sz="220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0F896A-D3D5-A431-9CDE-35939245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3B8E-0852-AC92-3F78-5A7505F0A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11AC1F54-9F97-A690-5ACF-68D3253B2A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2C9D73B2-B25B-5523-AEE0-6CE44D97F3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CC15C-E1EC-CBBF-AB9E-2F3FFE6E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763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1173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  Detecting Tax Evasion Using Financial Transaction Data </vt:lpstr>
      <vt:lpstr>Abstract</vt:lpstr>
      <vt:lpstr>Module 1 – Data Understanding &amp; Preprocessing </vt:lpstr>
      <vt:lpstr>Introduction</vt:lpstr>
      <vt:lpstr>Objectives</vt:lpstr>
      <vt:lpstr>Literature Review / Background</vt:lpstr>
      <vt:lpstr>Problem Statement</vt:lpstr>
      <vt:lpstr>Module 2 –Detection Model &amp; Evaluation </vt:lpstr>
      <vt:lpstr>Methodology</vt:lpstr>
      <vt:lpstr>System Design / Architecture</vt:lpstr>
      <vt:lpstr>Dual-Model Strategy</vt:lpstr>
      <vt:lpstr> Sample Output</vt:lpstr>
      <vt:lpstr>Future Scope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C</dc:creator>
  <cp:lastModifiedBy>lakshman gumma</cp:lastModifiedBy>
  <cp:revision>22</cp:revision>
  <dcterms:created xsi:type="dcterms:W3CDTF">2025-08-10T15:31:50Z</dcterms:created>
  <dcterms:modified xsi:type="dcterms:W3CDTF">2025-10-08T07:21:05Z</dcterms:modified>
</cp:coreProperties>
</file>